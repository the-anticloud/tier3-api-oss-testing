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Hiring Plan — Anticloud FZ 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 FZ LLE · Dubai, UAE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0-1.gg · lois@0-1.gg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October 2026 · 2026-10-01T13:21:28Z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Retention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High turnover in AI teams is not primarily a compensation problem. It is an environment problem. Engineers at frontier labs leave because: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1. Bureaucracy and org politics slow technical progress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2. Their work ships into a blackbox product they cannot publish or claim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3. The mission has drifted from research to product shipping under commercial pressure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4. Lack of ownership, credit, and attribution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Anticloud's retention strategy addresses each directly: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Flat structure: no middle management layers between engineer and founder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Open corpus: all 123 projects are publicly attributed, citable, and ORCID-linked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Mission coherence: the technical agenda (proprioceptive AI, AIOSS, SoT) is the product — there is no drift between research and deployment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Long retainer contracts with milestone bonuses: 24–36 month agreements with performance-linked upside, reducing incentive to hop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Competitive base + equity pool: OTE at or above frontier lab levels, not discounted because of market conditions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The structural discount is captured at hire; the retention is purchased through environment and long-term contracts, not through underpaying and hoping people stay.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First 5 Hires (Post-Initialization Round, 0–12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### Hire 1 — Principal ML Researcher (Model Architecture)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Target profile: Ex-Meta FAIR, Google DeepMind, or Anthropic. 5+ years post-PhD. Published work in efficient transformers, quantization, or neurosymbolic reasoning. Comfortable with 27B–70B parameter models and fine-tuning pipelines.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Role: Leads PAX architecture evolution: TRL 7 → TRL 8 closure, SoT proprioceptive layer development, concept-grounded representation research (post-tokenization agenda). First paper output within 6 months — ORCID-linked, Zenodo-archived.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Compensation range: $350K–$500K OTE (base + performance) + 0.5–1.5% equity. 36-month retainer with 12-month cliff.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Hire 2 — Principal Infrastructure / MLOps Engineer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Target profile: Ex-Oracle AI, AWS Bedrock team, or Google Vertex AI infrastructure. 7+ years in distributed inference, quantization serving, and air-gap deployment. CUDA optimization background.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Role: Owns the inference stack: PAX serving optimization, AIOSS ledger performance, air-gap deployment tooling, CI/CD pipeline for the 123-project corpus. Closes TRL 8 CI/CD gap in benchmark suite.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Compensation range: $320K–$450K OTE + 0.5–1% equity. 36-month retainer.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Hire 3 — AI Safety and Compliance Lead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Target profile: Ex-frontier lab AI safety team or ex-NIST/MITRE contractor. Deep familiarity with NIST AI RMF, EU AI Act high-risk system requirements, FedRAMP authorization process, HIPAA technical safeguards. Publication record preferred.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Role: Drives FedRAMP Moderate authorization process, EU AI Act conformity assessments, HIPAA BAA technical implementation, and SOC 2 Type II observation period. Produces independently publishable compliance reports per quarter.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Compensation range: $280K–$380K OTE + 0.3–0.8% equity. 24-month retainer.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Hire 4 — Enterprise Solutions Engineer (Regulated Verticals)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Target profile: Ex-Palantir AIP, ex-Oracle Health, or ex-AWS Public Sector. Technical pre-sales and deployment background in healthcare, defense, or financial services. Can run a HIPAA gap assessment and a PAX proof-of-concept in the same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Hires 6–12 (12–24 Months, Post-Design-Partner Revenue)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Role | Target Background | Comp Range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ML Engineer — Fine-tuning | Ex-Meta RLHF team | $280K–$380K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Security Engineer | Ex-MITRE ATT&amp;CK, ex-CrowdStrike | $260K–$360K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Embedded Systems / IoT Engineer | Ex-Tesla Autopilot, ex-Boston Dynamics | $260K–$350K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Enterprise Account Executive | Ex-Palantir, ex-Databricks | $220K–$400K OTE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Legal / IP Counsel (in-house) | USPTO patent prosecution background | $250K–$350K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Biosignal / EEG Research Engineer | Academic + industry background | $240K–$320K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DevOps / Platform Engineer | Kubernetes, air-gap infra | $220K–$300K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Total Compensation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Phase | Headcount | Annual Payroll Estimate | Equity Pool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Phase 1 (0–12 months) | 5 hires | ~$1.8M–$2.5M/yr | ~3–5% of cap table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Phase 2 (12–24 months) | +7 hires | ~$4M–$6M/yr total | ~5–8% of cap table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Phase 3 (24–36 months) | +5–10 hires | ~$6M–$10M/yr total | ~8–12% of cap table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At $24M engineering allocation (30% of $80M raise), Phase 1 and Phase 2 are fully funded with compute and infrastructure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Why This Team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The combination of ex-frontier lab technical depth + long retainer structure + open attribution + mission coherence creates a team that is: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More capable than a startup-salary team hired at market discount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More stable than a frontier lab team subject to commercial re-prioritization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More productive than a larger team with management overhead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Every hire is a research asset, not just a headcount. Their output — papers, benchmark results, compliance reports, open-source contributions — compounds the corpus and the brand simultaneously.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Prepared by: Anticloud FZ LLE Internal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AIOSS chain hash: 8b4a8a4f6312dfbe885de8280716985637c163fd2a4b5590341d56db1cc4e560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